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7" r:id="rId3"/>
    <p:sldId id="274" r:id="rId4"/>
    <p:sldId id="273" r:id="rId5"/>
    <p:sldId id="275" r:id="rId6"/>
    <p:sldId id="266" r:id="rId7"/>
    <p:sldId id="261" r:id="rId8"/>
    <p:sldId id="262" r:id="rId9"/>
    <p:sldId id="263" r:id="rId10"/>
    <p:sldId id="267" r:id="rId11"/>
    <p:sldId id="276" r:id="rId12"/>
    <p:sldId id="277" r:id="rId13"/>
    <p:sldId id="278" r:id="rId14"/>
    <p:sldId id="283" r:id="rId15"/>
    <p:sldId id="279" r:id="rId16"/>
    <p:sldId id="280" r:id="rId17"/>
    <p:sldId id="281" r:id="rId18"/>
    <p:sldId id="282" r:id="rId19"/>
    <p:sldId id="284" r:id="rId20"/>
    <p:sldId id="285" r:id="rId21"/>
    <p:sldId id="286" r:id="rId22"/>
    <p:sldId id="287" r:id="rId23"/>
    <p:sldId id="28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FC6D36-C8A3-49A0-8CBF-7A4B0938FE1A}" v="2" dt="2026-03-26T08:13:22.9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744" autoAdjust="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ithya Guduru" userId="b9d80b9a9a89df09" providerId="LiveId" clId="{95BBBCDE-C1C4-4529-A213-49BAAAAA7C1F}"/>
    <pc:docChg chg="addSld modSld">
      <pc:chgData name="Lalithya Guduru" userId="b9d80b9a9a89df09" providerId="LiveId" clId="{95BBBCDE-C1C4-4529-A213-49BAAAAA7C1F}" dt="2026-03-26T08:14:33.321" v="182" actId="14100"/>
      <pc:docMkLst>
        <pc:docMk/>
      </pc:docMkLst>
      <pc:sldChg chg="addSp modSp mod">
        <pc:chgData name="Lalithya Guduru" userId="b9d80b9a9a89df09" providerId="LiveId" clId="{95BBBCDE-C1C4-4529-A213-49BAAAAA7C1F}" dt="2026-03-26T08:14:33.321" v="182" actId="14100"/>
        <pc:sldMkLst>
          <pc:docMk/>
          <pc:sldMk cId="308706371" sldId="266"/>
        </pc:sldMkLst>
        <pc:spChg chg="add mod">
          <ac:chgData name="Lalithya Guduru" userId="b9d80b9a9a89df09" providerId="LiveId" clId="{95BBBCDE-C1C4-4529-A213-49BAAAAA7C1F}" dt="2026-03-26T08:14:33.321" v="182" actId="14100"/>
          <ac:spMkLst>
            <pc:docMk/>
            <pc:sldMk cId="308706371" sldId="266"/>
            <ac:spMk id="3" creationId="{715A9C5A-78D8-D5B5-C80D-D5936131ACE6}"/>
          </ac:spMkLst>
        </pc:spChg>
      </pc:sldChg>
      <pc:sldChg chg="modSp new mod">
        <pc:chgData name="Lalithya Guduru" userId="b9d80b9a9a89df09" providerId="LiveId" clId="{95BBBCDE-C1C4-4529-A213-49BAAAAA7C1F}" dt="2026-03-26T07:53:03.223" v="86" actId="14100"/>
        <pc:sldMkLst>
          <pc:docMk/>
          <pc:sldMk cId="3008726873" sldId="272"/>
        </pc:sldMkLst>
        <pc:spChg chg="mod">
          <ac:chgData name="Lalithya Guduru" userId="b9d80b9a9a89df09" providerId="LiveId" clId="{95BBBCDE-C1C4-4529-A213-49BAAAAA7C1F}" dt="2026-03-26T07:51:01.942" v="84" actId="20577"/>
          <ac:spMkLst>
            <pc:docMk/>
            <pc:sldMk cId="3008726873" sldId="272"/>
            <ac:spMk id="2" creationId="{F86DBA27-4034-3622-264B-BA80C72F2790}"/>
          </ac:spMkLst>
        </pc:spChg>
        <pc:spChg chg="mod">
          <ac:chgData name="Lalithya Guduru" userId="b9d80b9a9a89df09" providerId="LiveId" clId="{95BBBCDE-C1C4-4529-A213-49BAAAAA7C1F}" dt="2026-03-26T07:53:03.223" v="86" actId="14100"/>
          <ac:spMkLst>
            <pc:docMk/>
            <pc:sldMk cId="3008726873" sldId="272"/>
            <ac:spMk id="3" creationId="{00C5A2F0-D065-4102-8D75-36E328827CA8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03:58:25.0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0:33:33.6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2334 0 9830,'0'0'18,"0"0"-1,1 0 1,-1 1-1,0-1 1,0 0-1,0 0 1,0 0-1,1 0 1,-1 0 0,0 0-1,0 0 1,0 0-1,0 0 1,0 0-1,0 0 1,1 0-1,-1 0 1,0 1-1,0-1 1,0 0 0,0 0-1,0 0 1,0 0-1,0 0 1,0 1-1,0-1 1,0 0-1,1 0 1,-1 0-1,0 0 1,0 0-1,0 1 1,0-1 0,0 0-1,0 0 1,0 0-1,0 0 1,0 0-1,0 1 1,0-1-1,0 0 1,0 0-1,-1 0 1,1 0 0,0 1-1,0-1 1,0 0-1,0 0 1,0 0-1,0 0 1,-7 14 458,-13 12 100,-181 177 3192,28-32-1561,-144 147 2761,220-234-3221,-160 108 0,210-160-1747,-2-2 0,-1-2 0,-2-3 0,0-1 0,-80 23 0,-16-10 0,-81 23 0,109-26 0,-203 30 0,277-52 0,30-7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0:33:34.1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9830,'1'17'437,"1"0"1,1-1-1,1 1 0,5 16 0,4 18 171,74 279 2635,-60-235-2330,-21-70-504,-1 0 0,2 47 0,-4-34-43,-3-35-325,0 0 0,1-1 0,-1 1 1,1 0-1,0-1 0,0 1 1,0-1-1,0 1 0,0-1 0,0 0 1,1 1-1,-1-1 0,1 0 0,-1 0 1,1 0-1,0 0 0,0 0 1,0 0-1,0-1 0,0 1 0,0-1 1,1 1-1,-1-1 0,0 0 0,1 0 1,-1 0-1,1 0 0,5 1 0,5 0 179,0 0-1,0-1 1,0-1-1,23-2 1,-13 1-57,218-4 1976,-215 5-2093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0:33:35.17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0 403 9830,'4'5'144,"-1"0"-1,0 0 1,0 1-1,-1 0 1,0-1 0,0 1-1,0 0 1,0 0-1,-1 0 1,0 0-1,0 7 1,2 8 257,8 48 960,3 103 1,-13 72 306,-1-216-1452,0-21-132,-1-4-41,1 0 0,0 0 0,0 0 1,0 0-1,0 0 0,0-1 1,0 1-1,1 0 0,0 0 0,-1 0 1,1 0-1,0 0 0,0-1 0,1 1 1,-1 0-1,3 2 0,-4-5-39,1 0-1,-1 0 0,1 0 1,0-1-1,-1 1 0,1 0 1,-1-1-1,1 1 0,-1 0 1,1-1-1,-1 1 0,1-1 1,-1 1-1,1 0 0,-1-1 1,0 1-1,1-1 0,-1 0 1,0 1-1,1-1 0,-1 1 1,0-1-1,0 1 0,0-1 1,1 0-1,-1 1 0,0-1 1,0 0-1,0 0 0,7-26-315,-6 26 302,41-207-1680,24-312 0,-63 501 1587,0 1-1,2-1 0,0 1 0,1 0 0,1 0 0,1 1 0,0 0 0,1 0 1,1 1-1,1 0 0,0 1 0,1 0 0,0 1 0,28-24 0,-38 36 139,0-1 0,1 1 0,-1 0 0,1 0 0,0 0 0,0 1 0,-1-1 0,1 1 0,0-1 0,0 1 0,1 0 0,-1 0 1,0 0-1,0 1 0,0-1 0,1 1 0,-1 0 0,0 0 0,0 0 0,1 0 0,-1 0 0,0 1 0,0-1 0,0 1 0,7 2 0,-2 2 90,0 0 0,1 0 0,-1 0 0,-1 1 0,1 1 0,-1-1-1,10 13 1,10 6 279,-21-21-308,-1 0 0,0 1 0,-1-1 0,1 1 0,-1 0 0,0 0 0,7 12 0,-6-6 55,0 1 1,0 0 0,-1 0 0,0 0 0,-1 0 0,-1 1-1,0 0 1,1 18 0,-3-8-113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0:33:36.07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1 236 9830,'39'0'977,"132"-3"1538,-137 0-2313,-1-2 0,1 0 0,34-12 0,163-64-813,85-22 1302,-288 94-524,-22 7-86,-1 0 0,1 1 0,0-1 0,-1 1 1,1 0-1,0 1 0,8-1 0,-12 2-46,0-1 1,0 1-1,0 0 0,0-1 1,0 1-1,0 0 0,0 0 1,0 0-1,-1 0 0,1 1 1,0-1-1,-1 1 0,1-1 1,-1 1-1,1-1 0,-1 1 1,0 0-1,1-1 0,-1 1 0,0 0 1,0 0-1,-1 0 0,1 0 1,1 3-1,3 11 143,0 0 0,-1 0 0,-1 1 0,-1-1 0,1 18 0,-3 86 985,-2-64-867,-1 430 2898,3-478-3117,1 0 1,-1-1-1,1 1 0,2 9 0,3 0-42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0:33:36.84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487 1373 9830,'0'-20'0,"-2"0"0,-1-1 0,-1 1 0,0 0 0,-11-28 0,-44-95 0,42 105 0,-262-566 0,253 537 0,3-1 0,4-1 0,-14-80 0,32 145 29,1 0-1,-1-1 0,1 1 1,-1 0-1,1 0 1,0 0-1,1 0 1,-1 0-1,1 0 1,0 0-1,1-4 0,-1 6-7,0 0 0,0 0 0,0 0 0,1 0-1,-1 1 1,1-1 0,-1 1 0,1-1-1,-1 1 1,1-1 0,0 1 0,0 0 0,-1 0-1,1 0 1,0 0 0,0 0 0,0 0-1,0 1 1,0-1 0,1 1 0,-1-1 0,4 1-1,6-2 132,-1 1-1,1 0 0,0 1 1,15 1-1,-24 0-111,0-1 1,0 0-1,0 1 0,0 0 1,0-1-1,0 1 0,0 0 1,-1 1-1,1-1 0,0 0 0,-1 1 1,1 0-1,-1-1 0,1 1 1,-1 0-1,0 0 0,0 1 1,0-1-1,0 0 0,0 1 1,0-1-1,1 4 0,12 56 970,-8-28-909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0:33:37.24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0 197 9830,'91'0'1683,"303"-12"3237,-344 7-4965,0-2-1,0-3 1,0-2-1,-1-2 1,76-32-1,-61 10-127,-54 28 237,1 1 0,0 1-1,0 0 1,1 1 0,0 0 0,0 0 0,0 1 0,22-4 0,-14 7-35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0:33:37.8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9830,'4'1'94,"0"0"0,0-1 0,0 2 0,0-1-1,0 0 1,0 1 0,0 0 0,-1-1 0,1 1 0,-1 1 0,1-1-1,-1 1 1,0-1 0,0 1 0,0 0 0,0 0 0,-1 0 0,1 0 0,-1 1-1,0-1 1,0 1 0,3 5 0,3 8 252,0-1 1,-2 1-1,8 30 0,45 269 2923,-33-155-1699,40 119 1103,-51-220-1922,-6-18-131,6 77 1,-14-100-432,2-6 2,0 1 0,1-1 1,0 1-1,1-1 0,0 0 0,1 0 1,1-1-1,0 0 0,0 0 0,2-1 1,-1 0-1,18 17 0,-21-23-152,0-1 0,1-1 1,-1 1-1,1-1 0,0 0 0,0 0 1,0 0-1,1-1 0,-1 0 0,1 0 1,-1-1-1,1 0 0,-1 0 0,1 0 0,0-1 1,-1 0-1,1 0 0,7-2 0,-5 1-114,-1-1 0,1 0-1,-1-1 1,1 1 0,-1-2-1,0 1 1,0-1 0,0 0-1,-1-1 1,1 0 0,-1 0-1,0-1 1,8-8 0,10-13-410,0-1 1,-2-2-1,28-45 1,-43 60 297,0-1 1,0 0-1,-2 0 0,0 0 1,-1 0-1,0-1 0,-1 0 0,-1 0 1,1-31-1,-4 22-40,-1 3 181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0:33:38.2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2 387 9830,'-2'-3'824,"9"-4"-396,13-5 3,168-64 1490,-45 5-2260,135-91 0,-266 155 319,-1-1-1,18-15 0,-12 5 13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0:33:39.4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57 625 9830,'6'0'87,"-1"0"0,0-1 0,0 0 0,0 0 0,0-1 0,0 1 0,0-1 0,0 0 0,0 0 0,-1-1 0,1 1 0,-1-1 0,0 0 0,1-1 0,-1 1 0,3-4 0,8-9-132,-2 0 1,21-32-1,7-7 797,-38 51-742,1-1 0,-1 0 0,0 0 0,0 0 1,0 0-1,-1 0 0,0-1 0,0 1 0,0-1 0,-1 1 0,0-1 0,0 0 0,0 0 1,0 1-1,-1-1 0,-1-11 0,1 14 14,-1 1 0,1-1 0,-1 1 0,0-1 0,0 1 0,0-1 0,0 1 0,0-1 0,0 1 0,-1 0 0,1 0 0,-1 0 1,0-1-1,1 2 0,-1-1 0,0 0 0,0 0 0,0 0 0,0 1 0,-1-1 0,1 1 0,0 0 0,-1 0 0,1 0 0,-1 0 0,1 0 0,-1 0 0,1 1 0,-1-1 0,0 1 0,1 0 0,-1-1 0,1 1 0,-1 1 1,0-1-1,1 0 0,-6 2 0,-1-1 74,0 1 1,0 1-1,0-1 1,0 2-1,1-1 1,-1 1-1,1 0 1,0 1-1,0 0 1,1 0-1,-1 1 1,1 0-1,0 0 1,1 1-1,0-1 1,-8 12-1,7-8 37,0 0 0,1 1 1,0 0-1,1 0 0,0 0 0,0 1 0,2 0 0,-1-1 1,1 2-1,1-1 0,-1 21 0,5 149 1517,1-155-1326,0 0-1,2-1 1,1 1-1,15 42 1,-12-48-24,0 0 0,1 0 0,2-1 0,0 0 0,1-1 0,19 23 0,-24-35-193,-1 1-1,1-1 1,0 0 0,0-1-1,1 0 1,-1 0 0,1-1-1,1 0 1,-1 0 0,1-1-1,0 0 1,0-1 0,0 0-1,0-1 1,21 2 0,-20-3 48,0 0 1,0-1-1,1-1 1,-1 0 0,22-4-1,-29 3-169,1 1 1,-1-1-1,0 0 0,0 0 0,0 0 0,0-1 0,-1 1 1,1-1-1,-1 0 0,1 0 0,-1 0 0,0-1 0,0 1 1,-1-1-1,1 1 0,-1-1 0,4-7 0,6-17-315,-1 0 0,-1 0 0,-1-1 0,-2 0 0,-1-1 0,4-50 0,-7-188-1749,-6 135 758,4 61 312,0 19 361,-1 0 1,-3 0 0,-18-101-1,21 151 649,-1 1-1,0-1 0,0 1 0,0-1 1,0 1-1,0-1 0,-1 1 0,1-1 1,-1 1-1,1 0 0,-1 0 0,0 0 1,0 0-1,0 0 0,0 0 0,0 0 0,0 1 1,-1-1-1,-3-1 0,4 2 20,0 1 1,0 0-1,1-1 0,-1 1 1,0 0-1,0 0 0,1 0 1,-1 0-1,0 1 0,0-1 0,1 0 1,-1 1-1,0-1 0,1 1 1,-1 0-1,0-1 0,1 1 1,-1 0-1,1 0 0,-1 0 0,1 0 1,0 0-1,-1 0 0,1 1 1,0-1-1,0 0 0,0 1 1,0-1-1,0 0 0,0 1 0,-1 2 1,-3 4 53,1 1 1,0-1-1,1 1 1,0 0-1,0 0 1,1 0-1,0 0 1,1 0-1,0 1 1,0-1-1,1 0 0,0 1 1,2 11-1,-1-13-8,0 0-1,1 0 1,0-1-1,0 1 1,1-1-1,0 1 1,0-1-1,1 0 0,0 0 1,0-1-1,0 1 1,1-1-1,0 0 1,0 0-1,13 10 1,41 25 649,19 15 184,-65-43-670,-1 1-1,0 1 0,-1 0 0,16 29 0,-23-35-114,1 1 1,-2 0-1,1 0 1,-1 0-1,2 14 0,-3-11 16,1-1 0,1 0 0,5 15 0,-4-18-39,0 1 0,-1 0 1,0 0-1,-1 1 0,0-1 1,-1 0-1,0 1 0,0 0 0,-1 0 1,-1-1-1,0 1 0,0 0 1,-1 0-1,-1-1 0,-4 19 1,0-11-63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0:33:40.2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9830,'3'15'596,"1"0"-1,10 23 1,2 9 517,5 29-199,-3 0 1,-4 1-1,-4 0 1,-2 1 0,-4 84-1,-5-95-305,2 112 857,1-144-1059,2 0 1,1 0 0,10 35-1,-14-66-330,0 1 0,1 0 0,-1 0-1,1-1 1,0 1 0,0-1 0,0 1-1,1-1 1,0 0 0,0 0-1,0 0 1,0-1 0,0 1 0,1 0-1,-1-1 1,1 0 0,0 0 0,0 0-1,0-1 1,1 1 0,-1-1 0,1 0-1,-1 0 1,1-1 0,-1 1-1,1-1 1,0 0 0,0 0 0,0-1-1,0 1 1,0-1 0,0 0 0,-1 0-1,1-1 1,0 0 0,0 1 0,0-2-1,0 1 1,5-3 0,12-4-223,0-2 0,0 0 0,-1-1 0,33-24 0,-51 33 138,42-29-89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0:33:40.6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6 226 9830,'-5'0'273,"8"0"273,4-5-273,14-10 712,13-8-1063,10-4 1,11 2-27,6 0 27,2 1-1,-5-1 29,-9 5 15,-7 0-15,-11 3 49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0:33:41.6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9830,'0'136'3063,"26"213"0,-9-194-543,-5 264 1,-13-328-1544,3-76-752,0-1-1,0 1 1,2-1 0,-1 1 0,2-1 0,0 0 0,1-1 0,13 25 0,-15-37-186,-1-9-150,2-17-278,-3 18 278,13-93-1047,-10 61 716,2 0 1,17-61-1,-21 94 431,-1 0 0,1 0-1,0 1 1,0-1 0,0 1 0,1-1 0,0 1 0,0 0-1,0 0 1,1 1 0,6-6 0,3 1 88,0-1-1,29-12 1,-14 7 79,-21 11-112,0-1 7,0 0 0,1 0 0,-1 2 0,1-1 0,0 1 0,1 0 0,-1 0 0,0 1 0,1 1 0,-1 0 1,13-1-1,5 4 137,1 1 0,-1 1 0,45 13 1,81 35 285,-21-6-60,-128-45-404,16 5 74,0 0 1,30 15 0,-45-18-63,0-1 0,-1 1 1,1 0-1,-1 0 0,0 1 0,0-1 0,0 1 0,0 0 1,0 0-1,-1 0 0,0 0 0,0 1 0,0-1 0,0 1 1,2 8-1,6 25 201,-2 1 0,5 51 0,-5-25 23,-8-60-229,3 25 121,2 33 0,-5-56-101,-1 0 0,0 0 0,-1-1 0,1 1 0,-1 0 0,-1-1 0,1 1 0,-1 0 0,0-1 0,-1 0 0,-3 8 0,0-8-6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0:33:42.0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0 9830,'-2'138'2204,"5"157"981,22-98-1634,-25-195-1515,1 1 0,-1-1-1,1 1 1,-1-1 0,1 0 0,0 1 0,0-1 0,0 0 0,0 1 0,0-1 0,1 0 0,-1 0 0,1 0 0,-1 0 0,1 0-1,0 0 1,0 0 0,0-1 0,0 1 0,0-1 0,0 1 0,0-1 0,0 0 0,1 0 0,-1 0 0,4 1 0,-3-1 20,1-1 0,-1 0 1,0 0-1,0-1 1,0 1-1,1-1 0,-1 1 1,0-1-1,0 0 1,0 0-1,0 0 0,0-1 1,0 1-1,-1-1 0,1 1 1,0-1-1,-1 0 1,1 0-1,-1 0 0,4-5 1,4-4-148,-1-1 1,0 0-1,-1 0 1,0-1-1,-1-1 1,0 1 0,8-26-1,-5 6-187,-2 1 0,7-47-1,-9 31 228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0:33:42.50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9830,'0'4'273,"0"7"0,0 6 0,0 5 0,0 2 0,0 3 0,4-3 1,7-7-1,2-10 0,-3-11 0,3-4 0,-1-2-273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0:33:44.1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234 57 9830,'2'-1'64,"1"-1"-1,-1 1 1,0 0-1,1-1 1,-1 0-1,0 1 1,0-1-1,0 0 1,0 0-1,-1 0 1,4-4-1,7-8 240,-12 14-283,0 0-1,1 0 0,-1 0 0,0 0 0,1 0 1,-1-1-1,0 1 0,0 0 0,1 0 1,-1 0-1,0-1 0,0 1 0,1 0 0,-1-1 1,0 1-1,0 0 0,0 0 0,1-1 1,-1 1-1,0 0 0,0-1 0,0 1 0,0 0 1,0-1-1,0 1 0,0 0 0,0-1 1,1 1-1,-1 0 0,-1-1 0,1 1 0,0-1 1,0 1-1,0 0 0,0-1 0,0 1 1,0-1-1,-15-4 371,-28 2-3,39 3-310,-7 0 63,0 1 1,0 0-1,0 0 0,-1 1 1,-15 5-1,22-5-67,0 0 0,1 0 1,-1 0-1,1 0 0,-1 1 0,1 0 0,0 0 1,-1 0-1,2 0 0,-1 1 0,0 0 0,1-1 1,-1 1-1,-2 6 0,-3 4 150,1 1 0,1 0 0,0 0 0,1 1 0,-5 20 0,9-26-103,0 0 0,1 0 0,0 0 0,1 0 0,0 0 1,0 0-1,1-1 0,1 1 0,0 0 0,3 11 0,-3-11 27,1-1 0,1 1-1,0-1 1,0 1 0,1-1 0,0 0-1,0-1 1,9 11 0,1-2 385,1-1-1,37 29 1,-30-26 91,24 24 0,-12-12-155,-30-28-386,0 1 1,0 0-1,-1 0 1,1 1-1,-1 0 0,0-1 1,0 1-1,-1 1 0,1-1 1,-1 0-1,0 1 1,0 0-1,2 9 1,4 13 389,-2 0 1,5 49 0,-11-69-379,0 0 1,-1 0 0,-1-1-1,1 1 1,-1 0 0,0-1-1,-1 1 1,0-1 0,0 1-1,0-1 1,-1 0 0,0 0-1,-1 0 1,1 0 0,-8 8-1,3-4-20,-1-1-1,0 0 1,0-1 0,-1 0-1,-14 9 1,18-14-76,-1 0 0,0-1-1,1 0 1,-1 0 0,0 0 0,-1-1 0,1 0 0,0-1 0,-1 0 0,-13 1 0,14-2-9,-7 1 19,-1-1 0,1 0 0,-22-4 0,32 3-21,1 0 0,-1 0 0,0 0 0,1 0 0,-1 0 0,1-1-1,0 0 1,0 0 0,-1 0 0,1 0 0,0 0 0,0 0 0,1-1 0,-1 1 0,1-1 0,-1 0 0,1 0 0,-4-6 0,5 8 12,1-1-1,-1 1 1,1 0 0,0-1 0,-1 1 0,1-1-1,0 1 1,0-1 0,0 1 0,0-1-1,0 1 1,0 0 0,0-1 0,1 1 0,-1-1-1,1 1 1,-1 0 0,0-1 0,1 1 0,0 0-1,-1-1 1,1 1 0,0 0 0,0 0-1,0 0 1,1-2 0,34-28-78,-24 22-56,-8 5 136,0 1-1,0-1 1,0 1 0,1 0 0,0 0 0,-1 1-1,1-1 1,0 1 0,0 0 0,0 1 0,0-1-1,0 1 1,1 0 0,-1 0 0,0 0 0,1 1-1,-1 0 1,0 0 0,1 1 0,-1-1-1,0 1 1,1 0 0,-1 0 0,0 1 0,0-1-1,0 1 1,0 1 0,0-1 0,-1 1 0,1-1-1,-1 1 1,7 5 0,21 17 14,-6-5 9,38 36 0,-28-19-8,79 89 43,-101-109-50,-1 1 0,-1 1 1,0 0-1,-2 0 1,11 26-1,-10-22 5,2-1-1,0 0 1,2-1 0,32 38 0,-36-46-8,3 2-5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0:33:46.6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9830,'10'1'368,"0"0"0,0 0 0,-1 1 0,17 5 0,8 2 140,97 15 2420,234 10 1,137-30 606,-426-5-2877,-45 1-612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0:33:47.5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9830,'9'2'201,"0"0"-1,-1 0 1,1 0-1,-1 1 1,1 1-1,-1-1 1,0 1-1,0 1 1,7 5-1,16 7 275,252 92 2105,-219-87-1855,-62-22-689,0 0-1,0 1 1,0 0-1,0 0 0,0-1 1,0 1-1,0 0 0,0 0 1,-1 1-1,1-1 1,0 0-1,-1 1 0,1-1 1,-1 1-1,1-1 0,-1 1 1,0 0-1,0-1 1,0 1-1,0 0 0,0 0 1,0 0-1,0 0 0,0 0 1,-1 0-1,1 0 1,-1 4-1,0 0 94,-1 0 0,0 0 1,0 0-1,0 0 0,-1 0 0,0 0 0,0-1 1,-5 9-1,-22 41 687,-3 0 0,-47 60 1,21-32 141,47-63-730,3-3-183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0:34:12.9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1202 9830,'16'1'211,"-1"-1"1,1-1-1,0-1 0,0 0 1,-1-1-1,0-1 0,1 0 1,-1-1-1,0 0 0,-1-2 1,0 1-1,0-2 0,0 0 0,-1-1 1,0 0-1,23-21 0,91-100-550,103-94-450,-189 189 710,-1-2-1,-1-2 1,-3-1-1,57-80 1,-83 102 36,-1-1 1,-1-1-1,8-25 1,11-28-75,71-163-229,-84 193 282,-11 23 58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10:34:13.8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0 183 9830,'6'-1'142,"0"0"0,-1-1-1,1 1 1,-1-1 0,0 0 0,0 0-1,0-1 1,6-3 0,14-6 174,19-7 367,0-2 0,79-54 0,-116 70-560,1 0 1,0 0-1,0 1 0,0 0 1,0 0-1,11-2 0,-17 5-89,1 1 0,0-1-1,0 1 1,0 0-1,-1 0 1,1 0-1,0 0 1,0 1 0,-1-1-1,1 1 1,0 0-1,-1 0 1,1 0 0,-1 0-1,1 0 1,-1 0-1,1 1 1,-1-1-1,0 1 1,0-1 0,1 1-1,-1 0 1,0 0-1,3 4 1,32 43 730,-2 1 0,-2 2 0,30 65 0,28 87 1001,-84-188-1452,0 1-1,7 30 0,-9-32-139,-1 0-1,2 0 0,0 0 0,8 15 0,-4-14-134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CE91D-925E-3C0A-1843-968849A27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61E828-BD5C-DA1C-ED9C-770B83E209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C2BCE-E2C4-6B10-165F-EA255E50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A1C06-43E8-424E-B1BA-38ACF18A554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93D50-DCED-36D0-A62A-0B8E9AA7B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D16AE-533C-D6A5-A394-735375849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9003-BB5E-4665-8B25-4F5E69B303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585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BB02D-54B5-C775-871F-AE34445DC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93741-67DF-9669-0765-74C8131CD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2DF4F-A801-476C-6ED1-E2AC2FFC5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A1C06-43E8-424E-B1BA-38ACF18A554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2D5ED-55A5-0440-BE09-4DC57EC4B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BD1C5-C480-D01B-9570-1A35D1CA3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9003-BB5E-4665-8B25-4F5E69B303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036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98638-E3BB-E9A2-FBCD-860134EC4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13FE59-B4E4-EBDE-E6CF-376E748D8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D94E-77D8-E530-9F5C-9E77F6F51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A1C06-43E8-424E-B1BA-38ACF18A554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5EB6E-DC80-4251-058B-7721AC813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ED72F-16B5-3C82-F2A4-D518C1A4F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9003-BB5E-4665-8B25-4F5E69B303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30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BD381-95E9-29F1-AB74-5DA0A9E04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AF3C4-CC1B-3160-A98C-E729A58824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5E566-4E90-2332-BE83-A545BC951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0768E-0FAB-4773-4524-0DA2635BD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A1C06-43E8-424E-B1BA-38ACF18A554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FA45E-3F9F-8424-0EE9-4BD6FF60D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46146-674A-5465-4735-19FDCD26B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9003-BB5E-4665-8B25-4F5E69B303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457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388E5-7B2B-4B96-71F8-9107EFCF9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51026F-D7F1-6D69-5729-630A217EE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45685D-403B-E87D-9214-79622CFCD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E9FEEF-FAD3-DB67-B6B6-AB1DA115E0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0642FF-5C56-6B20-72E6-DB6D107A08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FF2E19-BE85-C825-3387-D830B8513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A1C06-43E8-424E-B1BA-38ACF18A554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9442E5-3DC4-BD4B-02F8-1CEFB41D2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C191E6-F1A2-46C9-E801-6D44A0CEB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9003-BB5E-4665-8B25-4F5E69B303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684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76F46-24B0-E2D3-45F9-F69F55C46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D71DE1-953D-25B7-21C9-F96E873F1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A1C06-43E8-424E-B1BA-38ACF18A554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600759-0C05-085A-5D30-691E71E21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B0B12-F741-61AB-5BBE-051181553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9003-BB5E-4665-8B25-4F5E69B303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208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89E4C6-21CD-6B39-43AE-8BE9C8B6B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A1C06-43E8-424E-B1BA-38ACF18A554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877D7-93FF-609B-D8B5-7EEE4859F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17819-D1D7-56B6-4020-04F323DCC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9003-BB5E-4665-8B25-4F5E69B303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494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D2EE-1698-642F-D34F-798186FED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22ADD-C486-70EA-13BB-DCDDB1FA7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C95621-D53E-2009-97D7-7C672A8C8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D87AD8-C742-7495-F2A7-56FACDCBD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A1C06-43E8-424E-B1BA-38ACF18A554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EE680-F52D-EAA3-3109-F624CB901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894287-D434-8847-8A8A-1DBDD5DAA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9003-BB5E-4665-8B25-4F5E69B303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806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1526D-A78C-F554-FA61-59A3F5CB1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4DB273-BABD-07EB-2255-E28A4D0CDF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AEB81B-974B-09B4-2317-346B6634B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31BF39-3728-4954-0259-40F2F65B7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A1C06-43E8-424E-B1BA-38ACF18A554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94B1E0-5BD5-9520-3CAE-4932D69D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781F03-2362-3F8E-BD2F-6C0A1FDB1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9003-BB5E-4665-8B25-4F5E69B303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79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F33FA-C5B9-AB7E-7B7A-6EEE32843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09668D-BF8F-017A-2852-724D6DF3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86361-AB17-E5E4-1088-D8B7A1089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A1C06-43E8-424E-B1BA-38ACF18A554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B3982-6413-E612-28AB-26EE97A30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B4A63-EC85-1130-EF63-377548CA1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9003-BB5E-4665-8B25-4F5E69B303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748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286308-0D8A-4F60-DE67-7FEA5B12CA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037155-BBEB-0ADB-50C2-4BEFC228E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4B2B3-124E-192A-8418-3FB69C583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A1C06-43E8-424E-B1BA-38ACF18A554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9B8CF-0180-D3CA-8EEB-25CB0216D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855EF-40D0-B754-C8DA-8B0260563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9003-BB5E-4665-8B25-4F5E69B303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003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7ADB3F-B795-AFF7-3B9C-38B233B6B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2BD82E-4A32-1880-73B8-023A68350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D557D-8243-355C-188F-DCC006E5C1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EA1C06-43E8-424E-B1BA-38ACF18A554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1D341-FCFC-DC08-6DA5-23DC1B0B3A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CBD20-7381-6D06-A3AF-EB963BA713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F9003-BB5E-4665-8B25-4F5E69B303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9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36.png"/><Relationship Id="rId21" Type="http://schemas.openxmlformats.org/officeDocument/2006/relationships/image" Target="../media/image27.png"/><Relationship Id="rId34" Type="http://schemas.openxmlformats.org/officeDocument/2006/relationships/customXml" Target="../ink/ink17.xml"/><Relationship Id="rId7" Type="http://schemas.openxmlformats.org/officeDocument/2006/relationships/image" Target="../media/image20.png"/><Relationship Id="rId2" Type="http://schemas.openxmlformats.org/officeDocument/2006/relationships/image" Target="../media/image17.png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31.png"/><Relationship Id="rId41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22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35.png"/><Relationship Id="rId40" Type="http://schemas.openxmlformats.org/officeDocument/2006/relationships/customXml" Target="../ink/ink20.xml"/><Relationship Id="rId5" Type="http://schemas.openxmlformats.org/officeDocument/2006/relationships/image" Target="../media/image19.png"/><Relationship Id="rId15" Type="http://schemas.openxmlformats.org/officeDocument/2006/relationships/image" Target="../media/image24.png"/><Relationship Id="rId23" Type="http://schemas.openxmlformats.org/officeDocument/2006/relationships/image" Target="../media/image28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10" Type="http://schemas.openxmlformats.org/officeDocument/2006/relationships/customXml" Target="../ink/ink5.xml"/><Relationship Id="rId19" Type="http://schemas.openxmlformats.org/officeDocument/2006/relationships/image" Target="../media/image26.png"/><Relationship Id="rId31" Type="http://schemas.openxmlformats.org/officeDocument/2006/relationships/image" Target="../media/image32.png"/><Relationship Id="rId4" Type="http://schemas.openxmlformats.org/officeDocument/2006/relationships/customXml" Target="../ink/ink2.xml"/><Relationship Id="rId9" Type="http://schemas.openxmlformats.org/officeDocument/2006/relationships/image" Target="../media/image21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30.png"/><Relationship Id="rId30" Type="http://schemas.openxmlformats.org/officeDocument/2006/relationships/customXml" Target="../ink/ink15.xml"/><Relationship Id="rId35" Type="http://schemas.openxmlformats.org/officeDocument/2006/relationships/image" Target="../media/image34.png"/><Relationship Id="rId8" Type="http://schemas.openxmlformats.org/officeDocument/2006/relationships/customXml" Target="../ink/ink4.xml"/><Relationship Id="rId3" Type="http://schemas.openxmlformats.org/officeDocument/2006/relationships/image" Target="../media/image18.png"/><Relationship Id="rId12" Type="http://schemas.openxmlformats.org/officeDocument/2006/relationships/customXml" Target="../ink/ink6.xml"/><Relationship Id="rId17" Type="http://schemas.openxmlformats.org/officeDocument/2006/relationships/image" Target="../media/image25.png"/><Relationship Id="rId25" Type="http://schemas.openxmlformats.org/officeDocument/2006/relationships/image" Target="../media/image29.png"/><Relationship Id="rId33" Type="http://schemas.openxmlformats.org/officeDocument/2006/relationships/image" Target="../media/image33.png"/><Relationship Id="rId38" Type="http://schemas.openxmlformats.org/officeDocument/2006/relationships/customXml" Target="../ink/ink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DBA27-4034-3622-264B-BA80C72F2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 using the link below login using guide username and password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5A2F0-D065-4102-8D75-36E328827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73180"/>
            <a:ext cx="10515600" cy="2053654"/>
          </a:xfrm>
        </p:spPr>
        <p:txBody>
          <a:bodyPr/>
          <a:lstStyle/>
          <a:p>
            <a:r>
              <a:rPr lang="en-US" dirty="0"/>
              <a:t>https://ipronline.ipindia.gov.in/epatentfiling/patForms/UploadDocument.aspx</a:t>
            </a:r>
          </a:p>
        </p:txBody>
      </p:sp>
    </p:spTree>
    <p:extLst>
      <p:ext uri="{BB962C8B-B14F-4D97-AF65-F5344CB8AC3E}">
        <p14:creationId xmlns:p14="http://schemas.microsoft.com/office/powerpoint/2010/main" val="3008726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B850FA-DF21-BEAB-BA09-A4594D07B9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45" y="1485503"/>
            <a:ext cx="4765542" cy="43513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5482CFB-9396-4C7A-D046-07D91B485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72820"/>
            <a:ext cx="5037257" cy="34064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7DD4DF-58E1-14F1-A6EF-B6040C029DEA}"/>
              </a:ext>
            </a:extLst>
          </p:cNvPr>
          <p:cNvSpPr txBox="1"/>
          <p:nvPr/>
        </p:nvSpPr>
        <p:spPr>
          <a:xfrm>
            <a:off x="481781" y="432619"/>
            <a:ext cx="4188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Login with </a:t>
            </a:r>
            <a:r>
              <a:rPr lang="en-IN" sz="2800" dirty="0" err="1"/>
              <a:t>Emudra</a:t>
            </a:r>
            <a:r>
              <a:rPr lang="en-IN" sz="2800" dirty="0"/>
              <a:t> Logins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2EC2DB-EAD2-1DD8-8EFA-C0D13344379C}"/>
              </a:ext>
            </a:extLst>
          </p:cNvPr>
          <p:cNvSpPr txBox="1"/>
          <p:nvPr/>
        </p:nvSpPr>
        <p:spPr>
          <a:xfrm>
            <a:off x="6282812" y="851655"/>
            <a:ext cx="5220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Select the New Application</a:t>
            </a:r>
          </a:p>
        </p:txBody>
      </p:sp>
    </p:spTree>
    <p:extLst>
      <p:ext uri="{BB962C8B-B14F-4D97-AF65-F5344CB8AC3E}">
        <p14:creationId xmlns:p14="http://schemas.microsoft.com/office/powerpoint/2010/main" val="2951081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EED966-5E46-B53E-0765-34031789D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814" y="554198"/>
            <a:ext cx="11202371" cy="527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761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EF3CA-784A-B546-E538-E756F0866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525EE-7CAA-DF45-8B70-166856CCA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440E60-6A4F-807B-52B5-A5B0FBBCF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80" y="204336"/>
            <a:ext cx="11522439" cy="64487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526C37-9BC7-90C8-DF45-CF67DDBD212B}"/>
              </a:ext>
            </a:extLst>
          </p:cNvPr>
          <p:cNvSpPr txBox="1"/>
          <p:nvPr/>
        </p:nvSpPr>
        <p:spPr>
          <a:xfrm>
            <a:off x="8268929" y="501445"/>
            <a:ext cx="2271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Fill All details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7F7DD3-A657-DE23-DD7C-362A344D8BD1}"/>
              </a:ext>
            </a:extLst>
          </p:cNvPr>
          <p:cNvSpPr txBox="1"/>
          <p:nvPr/>
        </p:nvSpPr>
        <p:spPr>
          <a:xfrm>
            <a:off x="4984955" y="1307690"/>
            <a:ext cx="6784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Count here from preamble of description to summary of invention</a:t>
            </a:r>
          </a:p>
        </p:txBody>
      </p:sp>
    </p:spTree>
    <p:extLst>
      <p:ext uri="{BB962C8B-B14F-4D97-AF65-F5344CB8AC3E}">
        <p14:creationId xmlns:p14="http://schemas.microsoft.com/office/powerpoint/2010/main" val="1169791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FA9C6-9A73-0E16-FF17-4CCECE35B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E7AB5-B3E6-46DD-C6CF-A36461A80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B0C0E0-4DA9-C77A-C58A-EF24E2F58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39" y="388356"/>
            <a:ext cx="11552921" cy="608128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54390EC-A276-4747-A9C2-37D009795464}"/>
                  </a:ext>
                </a:extLst>
              </p14:cNvPr>
              <p14:cNvContentPartPr/>
              <p14:nvPr/>
            </p14:nvContentPartPr>
            <p14:xfrm>
              <a:off x="-452183" y="3952421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54390EC-A276-4747-A9C2-37D0097954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470183" y="3934421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38EAA23-3051-EAA8-FE02-73CB44663FC0}"/>
              </a:ext>
            </a:extLst>
          </p:cNvPr>
          <p:cNvSpPr txBox="1"/>
          <p:nvPr/>
        </p:nvSpPr>
        <p:spPr>
          <a:xfrm>
            <a:off x="9320980" y="1606671"/>
            <a:ext cx="2111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Emudra</a:t>
            </a:r>
            <a:r>
              <a:rPr lang="en-IN" dirty="0"/>
              <a:t> Login Member details</a:t>
            </a:r>
          </a:p>
        </p:txBody>
      </p:sp>
    </p:spTree>
    <p:extLst>
      <p:ext uri="{BB962C8B-B14F-4D97-AF65-F5344CB8AC3E}">
        <p14:creationId xmlns:p14="http://schemas.microsoft.com/office/powerpoint/2010/main" val="1545561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5A9C5A-78D8-D5B5-C80D-D5936131ACE6}"/>
              </a:ext>
            </a:extLst>
          </p:cNvPr>
          <p:cNvSpPr txBox="1"/>
          <p:nvPr/>
        </p:nvSpPr>
        <p:spPr>
          <a:xfrm>
            <a:off x="529329" y="4225138"/>
            <a:ext cx="10912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applicants add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bapatla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engineering college as applicant number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36BDC8-3EAB-4E3F-4034-7CEC19461C42}"/>
              </a:ext>
            </a:extLst>
          </p:cNvPr>
          <p:cNvSpPr txBox="1"/>
          <p:nvPr/>
        </p:nvSpPr>
        <p:spPr>
          <a:xfrm>
            <a:off x="157315" y="267618"/>
            <a:ext cx="93209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Add Applicants to Upload Team member details</a:t>
            </a:r>
            <a:endParaRPr lang="en-IN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0EC5CA-0A0A-4ABC-F32F-E080DBEAB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814" y="1463679"/>
            <a:ext cx="11202371" cy="208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06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76D66-F71C-2820-DD7B-D3904F3D1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754" y="155933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add applicants fill in the details as shown below and click add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8A4F6A-22D3-250F-1C94-4C9649639466}"/>
              </a:ext>
            </a:extLst>
          </p:cNvPr>
          <p:cNvSpPr txBox="1"/>
          <p:nvPr/>
        </p:nvSpPr>
        <p:spPr>
          <a:xfrm>
            <a:off x="8949451" y="1343151"/>
            <a:ext cx="29830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Fill the applicant details for all the applicants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77B911-7D41-4E4B-3D54-434365494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646" y="1136674"/>
            <a:ext cx="7597798" cy="522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537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5A3B7-81EC-00F1-9137-11E1401B5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Click the checkbox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2D687F-6F2D-8660-4DE0-AF79702801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329" y="1690688"/>
            <a:ext cx="10414030" cy="116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45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37A36-E57A-E822-CC00-8E977251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035" y="123387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checkboxes shown below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3F90A9-45D9-A303-360D-356631AE01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237"/>
          <a:stretch>
            <a:fillRect/>
          </a:stretch>
        </p:blipFill>
        <p:spPr>
          <a:xfrm>
            <a:off x="484238" y="1027188"/>
            <a:ext cx="10852355" cy="530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402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12BA0-CEE9-A7B6-387C-9AC22C5F8C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363" y="396110"/>
            <a:ext cx="9903502" cy="1341620"/>
          </a:xfrm>
        </p:spPr>
        <p:txBody>
          <a:bodyPr>
            <a:noAutofit/>
          </a:bodyPr>
          <a:lstStyle/>
          <a:p>
            <a:pPr algn="l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Form 9 check box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Fill the checkbox below 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save button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upload Button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A5959E-DD38-D089-079B-5515E5299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62" y="1921974"/>
            <a:ext cx="10547225" cy="430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142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BE9A4-123B-2F34-844C-A46EDCAAF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E401D-9C14-FDC1-8109-E6D996A80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85065A-9E45-3299-3FD5-7EF4FC557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17" y="195377"/>
            <a:ext cx="11666483" cy="58576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1A7F6F-44F5-1036-D70C-7585F2CBF76B}"/>
              </a:ext>
            </a:extLst>
          </p:cNvPr>
          <p:cNvSpPr txBox="1"/>
          <p:nvPr/>
        </p:nvSpPr>
        <p:spPr>
          <a:xfrm>
            <a:off x="1504335" y="6253316"/>
            <a:ext cx="6154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 to Sign Document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50B6DD-B452-D2BE-6E7F-764967D034C1}"/>
              </a:ext>
            </a:extLst>
          </p:cNvPr>
          <p:cNvSpPr txBox="1"/>
          <p:nvPr/>
        </p:nvSpPr>
        <p:spPr>
          <a:xfrm>
            <a:off x="6449962" y="6262042"/>
            <a:ext cx="5358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comes an error 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Come to Home Page</a:t>
            </a:r>
          </a:p>
        </p:txBody>
      </p:sp>
    </p:spTree>
    <p:extLst>
      <p:ext uri="{BB962C8B-B14F-4D97-AF65-F5344CB8AC3E}">
        <p14:creationId xmlns:p14="http://schemas.microsoft.com/office/powerpoint/2010/main" val="664486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F2D658-8AE3-6584-6161-FD749750D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36" y="316262"/>
            <a:ext cx="7287596" cy="46096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DC51E6-A06B-5F9C-2132-EBF0A22E48D1}"/>
              </a:ext>
            </a:extLst>
          </p:cNvPr>
          <p:cNvSpPr txBox="1"/>
          <p:nvPr/>
        </p:nvSpPr>
        <p:spPr>
          <a:xfrm>
            <a:off x="4336026" y="845574"/>
            <a:ext cx="58796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the Drafted Forms here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67EB0C-577A-B52A-CE75-65CEB4D11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135" y="3749792"/>
            <a:ext cx="11559034" cy="31082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DEB065-D374-28FE-6CA5-6B8720767C02}"/>
              </a:ext>
            </a:extLst>
          </p:cNvPr>
          <p:cNvSpPr txBox="1"/>
          <p:nvPr/>
        </p:nvSpPr>
        <p:spPr>
          <a:xfrm>
            <a:off x="9242323" y="3108208"/>
            <a:ext cx="296374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click the check box and after click upload button</a:t>
            </a:r>
          </a:p>
        </p:txBody>
      </p:sp>
    </p:spTree>
    <p:extLst>
      <p:ext uri="{BB962C8B-B14F-4D97-AF65-F5344CB8AC3E}">
        <p14:creationId xmlns:p14="http://schemas.microsoft.com/office/powerpoint/2010/main" val="1503294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3A90AE-BD7E-5FD6-A95D-47FB5918E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36" y="235905"/>
            <a:ext cx="11293447" cy="50176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135181-8C59-8E8E-A263-FE0F829AFF65}"/>
              </a:ext>
            </a:extLst>
          </p:cNvPr>
          <p:cNvSpPr txBox="1"/>
          <p:nvPr/>
        </p:nvSpPr>
        <p:spPr>
          <a:xfrm>
            <a:off x="757084" y="5525729"/>
            <a:ext cx="62729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Form 9 and Upload here: then click Proceed to Sign Documents</a:t>
            </a:r>
          </a:p>
        </p:txBody>
      </p:sp>
    </p:spTree>
    <p:extLst>
      <p:ext uri="{BB962C8B-B14F-4D97-AF65-F5344CB8AC3E}">
        <p14:creationId xmlns:p14="http://schemas.microsoft.com/office/powerpoint/2010/main" val="615209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C14BD4-A6C8-9BEB-0FE3-DCD10535B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169" y="2329733"/>
            <a:ext cx="9961812" cy="160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849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C08942-9492-F115-CA02-B9437946F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62" y="235943"/>
            <a:ext cx="9225119" cy="638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792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4CE6DC-4F59-8A3A-9428-149DE9E12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63" y="928864"/>
            <a:ext cx="11336669" cy="37417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E2E8C6-61AD-D5DC-5AEC-A1C7D90B2649}"/>
              </a:ext>
            </a:extLst>
          </p:cNvPr>
          <p:cNvSpPr txBox="1"/>
          <p:nvPr/>
        </p:nvSpPr>
        <p:spPr>
          <a:xfrm>
            <a:off x="1032734" y="5389580"/>
            <a:ext cx="8455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Here First Comes Document verify after this click then above image comes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D54056-2A51-3E14-1E21-55C5A8EA2214}"/>
              </a:ext>
            </a:extLst>
          </p:cNvPr>
          <p:cNvSpPr txBox="1"/>
          <p:nvPr/>
        </p:nvSpPr>
        <p:spPr>
          <a:xfrm>
            <a:off x="403123" y="6213987"/>
            <a:ext cx="10962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Again </a:t>
            </a:r>
            <a:r>
              <a:rPr lang="en-IN" dirty="0" err="1"/>
              <a:t>goto</a:t>
            </a:r>
            <a:r>
              <a:rPr lang="en-IN" dirty="0"/>
              <a:t> Same Page  Home – Form History: Drafted Forms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3C40B8-A069-52A7-F1A6-79A384ACE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60" y="4401390"/>
            <a:ext cx="2530059" cy="41913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C67DF9E-A8A8-A756-ECE0-6A91048C8021}"/>
                  </a:ext>
                </a:extLst>
              </p14:cNvPr>
              <p14:cNvContentPartPr/>
              <p14:nvPr/>
            </p14:nvContentPartPr>
            <p14:xfrm>
              <a:off x="2768377" y="3834341"/>
              <a:ext cx="841680" cy="5086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C67DF9E-A8A8-A756-ECE0-6A91048C802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50737" y="3816341"/>
                <a:ext cx="877320" cy="54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CD2FA2C-F74A-17F6-987C-EA86D272DC72}"/>
                  </a:ext>
                </a:extLst>
              </p14:cNvPr>
              <p14:cNvContentPartPr/>
              <p14:nvPr/>
            </p14:nvContentPartPr>
            <p14:xfrm>
              <a:off x="2723737" y="4208381"/>
              <a:ext cx="214920" cy="2880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CD2FA2C-F74A-17F6-987C-EA86D272DC7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05737" y="4190381"/>
                <a:ext cx="25056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DE238D7-F21E-D293-DF75-D866E0186EC2}"/>
                  </a:ext>
                </a:extLst>
              </p14:cNvPr>
              <p14:cNvContentPartPr/>
              <p14:nvPr/>
            </p14:nvContentPartPr>
            <p14:xfrm>
              <a:off x="2399017" y="4997141"/>
              <a:ext cx="217440" cy="3855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DE238D7-F21E-D293-DF75-D866E0186EC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81017" y="4979501"/>
                <a:ext cx="253080" cy="42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AE65C3F-2641-9FB9-5B6A-ABDDC9F07F71}"/>
                  </a:ext>
                </a:extLst>
              </p14:cNvPr>
              <p14:cNvContentPartPr/>
              <p14:nvPr/>
            </p14:nvContentPartPr>
            <p14:xfrm>
              <a:off x="2369497" y="5077061"/>
              <a:ext cx="387360" cy="3164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AE65C3F-2641-9FB9-5B6A-ABDDC9F07F7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51857" y="5059061"/>
                <a:ext cx="423000" cy="35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4CD8066-C662-D394-D6E1-42F49916368C}"/>
                  </a:ext>
                </a:extLst>
              </p14:cNvPr>
              <p14:cNvContentPartPr/>
              <p14:nvPr/>
            </p14:nvContentPartPr>
            <p14:xfrm>
              <a:off x="2843257" y="4755941"/>
              <a:ext cx="175680" cy="4946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4CD8066-C662-D394-D6E1-42F49916368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25257" y="4738301"/>
                <a:ext cx="211320" cy="53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2D116C3-D183-44E5-D43B-4C6236DC7FC1}"/>
                  </a:ext>
                </a:extLst>
              </p14:cNvPr>
              <p14:cNvContentPartPr/>
              <p14:nvPr/>
            </p14:nvContentPartPr>
            <p14:xfrm>
              <a:off x="2752897" y="4983101"/>
              <a:ext cx="384840" cy="712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2D116C3-D183-44E5-D43B-4C6236DC7FC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734897" y="4965101"/>
                <a:ext cx="42048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3AB1889-00AD-EDD1-3B7B-86C46278BE8D}"/>
                  </a:ext>
                </a:extLst>
              </p14:cNvPr>
              <p14:cNvContentPartPr/>
              <p14:nvPr/>
            </p14:nvContentPartPr>
            <p14:xfrm>
              <a:off x="3215137" y="4699781"/>
              <a:ext cx="296640" cy="4932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3AB1889-00AD-EDD1-3B7B-86C46278BE8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197137" y="4681781"/>
                <a:ext cx="332280" cy="52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051EDDC-BD52-FAD2-DD5B-15A64DCB2AE8}"/>
                  </a:ext>
                </a:extLst>
              </p14:cNvPr>
              <p14:cNvContentPartPr/>
              <p14:nvPr/>
            </p14:nvContentPartPr>
            <p14:xfrm>
              <a:off x="3292897" y="4786901"/>
              <a:ext cx="253800" cy="1393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051EDDC-BD52-FAD2-DD5B-15A64DCB2AE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274897" y="4768901"/>
                <a:ext cx="28944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D232E96-5701-6EE6-DAA7-E988D0EEA12B}"/>
                  </a:ext>
                </a:extLst>
              </p14:cNvPr>
              <p14:cNvContentPartPr/>
              <p14:nvPr/>
            </p14:nvContentPartPr>
            <p14:xfrm>
              <a:off x="3548497" y="4543541"/>
              <a:ext cx="266400" cy="4140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D232E96-5701-6EE6-DAA7-E988D0EEA12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530857" y="4525541"/>
                <a:ext cx="302040" cy="44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6764F9E9-BA0C-2DD1-242B-1F953FB55799}"/>
              </a:ext>
            </a:extLst>
          </p:cNvPr>
          <p:cNvGrpSpPr/>
          <p:nvPr/>
        </p:nvGrpSpPr>
        <p:grpSpPr>
          <a:xfrm>
            <a:off x="4127377" y="4709501"/>
            <a:ext cx="2034000" cy="732600"/>
            <a:chOff x="4127377" y="4709501"/>
            <a:chExt cx="2034000" cy="73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57DDD84-5BF5-D325-845E-8BB2D72DC233}"/>
                    </a:ext>
                  </a:extLst>
                </p14:cNvPr>
                <p14:cNvContentPartPr/>
                <p14:nvPr/>
              </p14:nvContentPartPr>
              <p14:xfrm>
                <a:off x="4129177" y="4817861"/>
                <a:ext cx="174240" cy="423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57DDD84-5BF5-D325-845E-8BB2D72DC23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111537" y="4799861"/>
                  <a:ext cx="20988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626F2CF-62D7-9AF2-DC9D-D9F2522A43DC}"/>
                    </a:ext>
                  </a:extLst>
                </p14:cNvPr>
                <p14:cNvContentPartPr/>
                <p14:nvPr/>
              </p14:nvContentPartPr>
              <p14:xfrm>
                <a:off x="4127377" y="4992101"/>
                <a:ext cx="168840" cy="81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626F2CF-62D7-9AF2-DC9D-D9F2522A43D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09737" y="4974101"/>
                  <a:ext cx="2044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A127EEE-87AF-87E0-16AC-84F157D77CD0}"/>
                    </a:ext>
                  </a:extLst>
                </p14:cNvPr>
                <p14:cNvContentPartPr/>
                <p14:nvPr/>
              </p14:nvContentPartPr>
              <p14:xfrm>
                <a:off x="4434097" y="4709501"/>
                <a:ext cx="394560" cy="528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A127EEE-87AF-87E0-16AC-84F157D77CD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416457" y="4691501"/>
                  <a:ext cx="430200" cy="56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60D10E8-9B97-EEB6-24E2-311A2E79789C}"/>
                    </a:ext>
                  </a:extLst>
                </p14:cNvPr>
                <p14:cNvContentPartPr/>
                <p14:nvPr/>
              </p14:nvContentPartPr>
              <p14:xfrm>
                <a:off x="4954657" y="4955381"/>
                <a:ext cx="89640" cy="246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60D10E8-9B97-EEB6-24E2-311A2E79789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36657" y="4937381"/>
                  <a:ext cx="1252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EFAB07D-D69F-4295-6387-0519116AA357}"/>
                    </a:ext>
                  </a:extLst>
                </p14:cNvPr>
                <p14:cNvContentPartPr/>
                <p14:nvPr/>
              </p14:nvContentPartPr>
              <p14:xfrm>
                <a:off x="4945297" y="4719221"/>
                <a:ext cx="23040" cy="55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EFAB07D-D69F-4295-6387-0519116AA35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927657" y="4701581"/>
                  <a:ext cx="586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D690088-8E4E-26C6-2913-0B3B1A2FA447}"/>
                    </a:ext>
                  </a:extLst>
                </p14:cNvPr>
                <p14:cNvContentPartPr/>
                <p14:nvPr/>
              </p14:nvContentPartPr>
              <p14:xfrm>
                <a:off x="5215297" y="4925141"/>
                <a:ext cx="254160" cy="516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D690088-8E4E-26C6-2913-0B3B1A2FA44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97657" y="4907141"/>
                  <a:ext cx="28980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3E1E755-CBF4-DE67-4D78-B4F700C1D7AD}"/>
                    </a:ext>
                  </a:extLst>
                </p14:cNvPr>
                <p14:cNvContentPartPr/>
                <p14:nvPr/>
              </p14:nvContentPartPr>
              <p14:xfrm>
                <a:off x="5584657" y="5152301"/>
                <a:ext cx="433800" cy="298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3E1E755-CBF4-DE67-4D78-B4F700C1D7A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566657" y="5134301"/>
                  <a:ext cx="4694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C535A34-BD1D-E013-6FA3-F351A434DA0E}"/>
                    </a:ext>
                  </a:extLst>
                </p14:cNvPr>
                <p14:cNvContentPartPr/>
                <p14:nvPr/>
              </p14:nvContentPartPr>
              <p14:xfrm>
                <a:off x="5978137" y="5112701"/>
                <a:ext cx="183240" cy="228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C535A34-BD1D-E013-6FA3-F351A434DA0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60137" y="5094701"/>
                  <a:ext cx="218880" cy="26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7F6C99C-C352-35C3-0F5F-A2A1089FDEC1}"/>
              </a:ext>
            </a:extLst>
          </p:cNvPr>
          <p:cNvGrpSpPr/>
          <p:nvPr/>
        </p:nvGrpSpPr>
        <p:grpSpPr>
          <a:xfrm>
            <a:off x="6499057" y="4604381"/>
            <a:ext cx="586080" cy="558000"/>
            <a:chOff x="6499057" y="4604381"/>
            <a:chExt cx="586080" cy="55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09F9C1A-AB24-CE9B-8FCC-4A758A0E64D9}"/>
                    </a:ext>
                  </a:extLst>
                </p14:cNvPr>
                <p14:cNvContentPartPr/>
                <p14:nvPr/>
              </p14:nvContentPartPr>
              <p14:xfrm>
                <a:off x="6499057" y="4729301"/>
                <a:ext cx="383400" cy="4330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09F9C1A-AB24-CE9B-8FCC-4A758A0E64D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481417" y="4711661"/>
                  <a:ext cx="41904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232D236-6C9A-5175-92DE-603DC0CA327A}"/>
                    </a:ext>
                  </a:extLst>
                </p14:cNvPr>
                <p14:cNvContentPartPr/>
                <p14:nvPr/>
              </p14:nvContentPartPr>
              <p14:xfrm>
                <a:off x="6813697" y="4604381"/>
                <a:ext cx="271440" cy="246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232D236-6C9A-5175-92DE-603DC0CA327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795697" y="4586741"/>
                  <a:ext cx="307080" cy="282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434992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CD96E6-9BE9-758F-A452-A03E5995F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42" y="376518"/>
            <a:ext cx="10710336" cy="26544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BD7DA8-AE9B-0537-E3FC-F377BB986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030967"/>
            <a:ext cx="11523406" cy="314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8099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623B0D-BD18-3274-BD03-9626F8599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81" y="260586"/>
            <a:ext cx="11667188" cy="5904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1441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F499E8-F80E-1780-9E22-FD8DF2F39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757" y="146227"/>
            <a:ext cx="7132938" cy="630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5306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601296-98B1-D678-AFEA-4CCF37EE8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08" y="157317"/>
            <a:ext cx="11301439" cy="27530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2408ED-7551-AFFC-7F33-09E3C1F59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08" y="3271684"/>
            <a:ext cx="11871184" cy="3143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949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6921F6-2004-1445-D31E-6D241AE5CC5B}"/>
              </a:ext>
            </a:extLst>
          </p:cNvPr>
          <p:cNvSpPr txBox="1"/>
          <p:nvPr/>
        </p:nvSpPr>
        <p:spPr>
          <a:xfrm>
            <a:off x="570271" y="373626"/>
            <a:ext cx="4719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After this </a:t>
            </a:r>
            <a:r>
              <a:rPr lang="en-IN" dirty="0" err="1"/>
              <a:t>goto</a:t>
            </a:r>
            <a:r>
              <a:rPr lang="en-IN" dirty="0"/>
              <a:t> payment Section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AC90BD-6C15-91DD-5C8C-854DDFA42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71" y="1134514"/>
            <a:ext cx="10251922" cy="372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7654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5ABCFB-8FC3-8B39-7800-ABA78C029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80" y="464256"/>
            <a:ext cx="11508601" cy="3766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329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67BBD1-62A3-DA3B-9F99-6A052E234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488" y="374424"/>
            <a:ext cx="9180455" cy="35969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256300-3BFC-4ACE-6F88-E5AC07753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839" y="2549606"/>
            <a:ext cx="12010161" cy="416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744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1712</TotalTime>
  <Words>191</Words>
  <Application>Microsoft Office PowerPoint</Application>
  <PresentationFormat>Widescreen</PresentationFormat>
  <Paragraphs>22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Office Theme</vt:lpstr>
      <vt:lpstr>By using the link below login using guide username and password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 add applicants fill in the details as shown below and click add</vt:lpstr>
      <vt:lpstr>Click the checkbox</vt:lpstr>
      <vt:lpstr>Select the checkboxes shown below</vt:lpstr>
      <vt:lpstr>Click Form 9 check box and Fill the checkbox below  click save button click upload Button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 Darshini Amara</dc:creator>
  <cp:lastModifiedBy>GADDAM VENU</cp:lastModifiedBy>
  <cp:revision>13</cp:revision>
  <dcterms:created xsi:type="dcterms:W3CDTF">2026-03-16T07:24:40Z</dcterms:created>
  <dcterms:modified xsi:type="dcterms:W3CDTF">2026-04-09T11:05:10Z</dcterms:modified>
</cp:coreProperties>
</file>