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6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CBD5-1A8E-FAF3-6AF0-2BFAB64F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D3409-F5B3-4DA6-1AB9-21600E42F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3A338-BDCD-3BF4-51D1-C2DB0F4B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9E651-0EB1-B174-7D9F-5306ABE5B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2640C-E180-EF37-8124-AFF4B5AC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12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3352-3870-2DFD-087F-A523C611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3238A-0BFD-5B14-EB36-448DB9718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4AF2C-957B-119A-A887-69A3AF2C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C27BA-A5F3-CAB0-7158-5DD7E05BA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BA56E-30BE-B7B3-08E5-04DE1048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794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279A-3D17-5CF6-503F-6BA354BC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DB7F2-392B-3A50-F587-F50DCEF66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64529-5104-1960-C96E-FD54FE34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3238E-20B1-4878-2D45-23778420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CBE12-B6D4-FED7-68E3-6BAC6B11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638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9EFF-080B-7750-ECBB-0AAF4904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170C-7C6D-3DDF-D381-E26ED6A2B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1DEF5-2E3C-423F-22E6-8BD2BD640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268AC-7D19-320A-36AD-37A8EC73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49E41-C185-7BFB-8D20-BC458EB6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86B3E-3E70-D819-50EA-54741971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1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92F0-58E2-C439-036F-BAF5A2CA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D387C-DF1B-8BD6-C2F4-F028860A6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4F32F-50A7-4E4B-2048-A4CA1188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602905-B134-A624-D12F-EAE8B2BFA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17423-FD13-51F4-05A6-031FD4C6E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721EA-E55D-E323-1D61-38FFDC73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7DEE0B-3225-525F-1D8A-4A80096C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07D0C-44D4-C3CB-692A-9F2CE55B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3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86F8A-F8B8-90CB-F52D-54E021F9D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12FFF-D77C-6995-3DFC-0F1F48CD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B7DD8-4D12-7CA8-43EB-A9A2047B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0454A-0C30-56CC-F638-192124A5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64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328C12-0F03-F600-6839-151183FF3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4AD97-FC2F-90B5-8D58-08040211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EA85E-1878-3162-66DA-305F4884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33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D824-234A-9E8C-F6D3-A87C1F8AC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845C0-5A5B-B6E2-A630-D9ABDC4E3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29F5C-98DB-E72F-A73B-C4E65B40B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39A5B-A484-7D50-FA97-0E2253C39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088A8-C80B-1134-A81F-26323BAE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542AA-93EF-41AF-E374-5B992AB0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67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D44-E422-ABFB-8892-1DAD6E638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8A284-88CF-2EDA-4639-AB49EB4F3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E73D6-A634-BEA7-FE68-094CAB0D6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3DCD1-DE20-8AAD-345F-29A03BD5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28282-9500-10A2-B9C4-D95F6749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AE9A9-C5CE-C52A-13F6-3A7140EDC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02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A87A-6C10-FF91-D61E-BC8821EEC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36B99-E7A4-3471-4A1C-DD96F102C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C4E17-4CBD-64C9-28B8-C40A5F8A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71F28-A0C7-AB3A-C8B0-25E3E3DFF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474F3-02EA-00CD-FDB4-3CDFD90E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3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A15D0B-4249-90EF-8062-FADC3CC41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34054-846B-F161-FA5E-A25A47CA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C13F8-605C-5A46-20D8-734FC8B1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B1950-D149-8AD0-AD48-67284BE00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1A20-7D65-4B61-8D38-1A49E853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D4C4A6-398A-DBE9-379C-10A8B673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5BADA-FBD4-0DA6-D07D-6AE62F6E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14E7F-F6A6-B366-1180-06C248C06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52092-0A6A-4C16-A0DD-A6B42A21D6F1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AA3B4-8D8B-C712-F61E-2A433362F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0159F-A571-10C2-A8A3-DB433CBA8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09286-95FB-4C8A-8FA5-83EC62A2F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97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D063A4-B35C-0457-B8B0-8A8444007B8B}"/>
              </a:ext>
            </a:extLst>
          </p:cNvPr>
          <p:cNvSpPr txBox="1"/>
          <p:nvPr/>
        </p:nvSpPr>
        <p:spPr>
          <a:xfrm>
            <a:off x="6270530" y="1200582"/>
            <a:ext cx="4508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(Palaparthi Venkata Naga Srinivas)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F47C7-A4F2-DAAA-78C0-709FA5A67AF7}"/>
              </a:ext>
            </a:extLst>
          </p:cNvPr>
          <p:cNvSpPr txBox="1"/>
          <p:nvPr/>
        </p:nvSpPr>
        <p:spPr>
          <a:xfrm>
            <a:off x="6494343" y="3312142"/>
            <a:ext cx="4319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(Doppalapudi Sri Sai Teja)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DD0ED-A7D5-4132-F054-B8D889F3AECB}"/>
              </a:ext>
            </a:extLst>
          </p:cNvPr>
          <p:cNvSpPr txBox="1"/>
          <p:nvPr/>
        </p:nvSpPr>
        <p:spPr>
          <a:xfrm>
            <a:off x="1824655" y="3343866"/>
            <a:ext cx="4445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(Gulivindala Sri Lakshmi Sarojini)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D03FD-79A4-FDF4-4B9E-DD2801145769}"/>
              </a:ext>
            </a:extLst>
          </p:cNvPr>
          <p:cNvSpPr txBox="1"/>
          <p:nvPr/>
        </p:nvSpPr>
        <p:spPr>
          <a:xfrm>
            <a:off x="6402189" y="2223417"/>
            <a:ext cx="4319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(Jeevan Devandla)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3DCA2-40C8-28F0-22C7-9DA346A43FE5}"/>
              </a:ext>
            </a:extLst>
          </p:cNvPr>
          <p:cNvSpPr txBox="1"/>
          <p:nvPr/>
        </p:nvSpPr>
        <p:spPr>
          <a:xfrm>
            <a:off x="1817257" y="2227755"/>
            <a:ext cx="4319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(Gaddam Venu)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824EE-1ED8-6010-699F-B9C30EB247FD}"/>
              </a:ext>
            </a:extLst>
          </p:cNvPr>
          <p:cNvSpPr txBox="1"/>
          <p:nvPr/>
        </p:nvSpPr>
        <p:spPr>
          <a:xfrm>
            <a:off x="1891861" y="4454429"/>
            <a:ext cx="4319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(Mudraboina Durgarao)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201998-63AC-D991-8893-42CF9874096E}"/>
              </a:ext>
            </a:extLst>
          </p:cNvPr>
          <p:cNvSpPr txBox="1"/>
          <p:nvPr/>
        </p:nvSpPr>
        <p:spPr>
          <a:xfrm>
            <a:off x="6493005" y="4454429"/>
            <a:ext cx="5249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(Principal, Bapatla Engineering College)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50603A-82EA-03CB-1A91-5E1C9421C1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83" t="57533" r="20194" b="24919"/>
          <a:stretch>
            <a:fillRect/>
          </a:stretch>
        </p:blipFill>
        <p:spPr>
          <a:xfrm>
            <a:off x="6909501" y="3960824"/>
            <a:ext cx="1744718" cy="557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F3AF9C-BFBC-3C63-E688-4FA83FDE7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0" t="14262" b="12524"/>
          <a:stretch>
            <a:fillRect/>
          </a:stretch>
        </p:blipFill>
        <p:spPr>
          <a:xfrm>
            <a:off x="2017806" y="1869625"/>
            <a:ext cx="1319945" cy="4738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1DFE97-4892-10A2-4138-08169925D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" t="16041" b="2458"/>
          <a:stretch>
            <a:fillRect/>
          </a:stretch>
        </p:blipFill>
        <p:spPr>
          <a:xfrm>
            <a:off x="2211115" y="4113797"/>
            <a:ext cx="1746030" cy="4532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BCDEB8-9B09-EC93-8C54-10AEFEA62C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9" t="10539" r="30937"/>
          <a:stretch>
            <a:fillRect/>
          </a:stretch>
        </p:blipFill>
        <p:spPr>
          <a:xfrm rot="16200000">
            <a:off x="7165773" y="1195872"/>
            <a:ext cx="400110" cy="17429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901458-D25C-9D78-B849-DE4E069DC9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4" t="10023" r="38763" b="10809"/>
          <a:stretch>
            <a:fillRect/>
          </a:stretch>
        </p:blipFill>
        <p:spPr>
          <a:xfrm rot="16200000">
            <a:off x="7422771" y="1757585"/>
            <a:ext cx="527783" cy="25014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61DCD54-D13D-B9CE-361A-074C237F9C6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93" t="23124" r="22598" b="15879"/>
          <a:stretch>
            <a:fillRect/>
          </a:stretch>
        </p:blipFill>
        <p:spPr>
          <a:xfrm rot="16200000">
            <a:off x="2732759" y="2045885"/>
            <a:ext cx="469843" cy="18997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778740-0BB1-4984-C52B-ACE7A32C4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719" y="567267"/>
            <a:ext cx="2352675" cy="633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86DB88-DF8D-47CB-04BB-70941E55286B}"/>
              </a:ext>
            </a:extLst>
          </p:cNvPr>
          <p:cNvSpPr txBox="1"/>
          <p:nvPr/>
        </p:nvSpPr>
        <p:spPr>
          <a:xfrm>
            <a:off x="1824655" y="12580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(Gavini Venkata Leela Kumari)</a:t>
            </a:r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97FE2337-90BB-093B-2F41-B577734623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ECAB0F-3B97-853D-762F-FCA200232C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2601994" y="184925"/>
            <a:ext cx="551970" cy="169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49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GADDAM VENU</dc:creator>
  <cp:lastModifiedBy>GADDAM VENU</cp:lastModifiedBy>
  <cp:revision>11</cp:revision>
  <dcterms:created xsi:type="dcterms:W3CDTF">2026-03-09T09:20:58Z</dcterms:created>
  <dcterms:modified xsi:type="dcterms:W3CDTF">2026-04-08T14:28:50Z</dcterms:modified>
</cp:coreProperties>
</file>